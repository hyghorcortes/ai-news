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8" r:id="rId4"/>
    <p:sldId id="279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1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300356-9F4A-4A58-B5D9-D484C1278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5A27F4-7FE4-4D21-9DA7-F2146DF76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A4559D-6EFC-4E09-83F3-FFC157443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C9E-97A2-446A-A0DC-BEEC198CB7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1856C4-2C47-4B90-BA6E-BA42E52B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442E3D-6F20-4FD2-BBDD-2FB476A4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E577-14B4-412D-AD16-B7D2B0DB0A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21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0CB17-CFFE-457E-8872-33E6057A8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2D43A9-20FD-403A-9128-9E544DE7F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4138A1-9396-40CF-B070-06967179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C9E-97A2-446A-A0DC-BEEC198CB7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3BE2D7-3080-4518-88C8-A919FE81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35D3EB-E44D-4798-AD65-572FF1E9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E577-14B4-412D-AD16-B7D2B0DB0A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30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4D740-51DE-480E-9E51-14CC84B4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0F1C0D-F14C-4A9C-8184-DFFCF847E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8F0D4B-0FC7-4728-B939-65AB112B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C9E-97A2-446A-A0DC-BEEC198CB7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8E64D5-551D-4263-B552-154A1E06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AE887E-0933-4AB1-9C2D-4FC4D217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E577-14B4-412D-AD16-B7D2B0DB0A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6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40E15-72B9-4D4F-B2FC-D6C47BCBA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1C4A68-78B1-42E5-9117-2FBB8F0C0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87DE46-80D7-498D-BB3B-87BD39E04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763024-5BC5-4754-B434-59DBFDE9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C9E-97A2-446A-A0DC-BEEC198CB7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F3B8E6-1881-4231-A5C1-F60833CC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CF4545-473D-47CD-A1F0-8DF1CFCB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E577-14B4-412D-AD16-B7D2B0DB0A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71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DC689-3D16-4FD8-BC80-0F894B8A0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3C2228-64F6-4B2C-8EF2-E8440EF8F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FDD550-1B7C-4207-92B2-555C434A5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373533A-5861-4912-83BF-FC25ABEF5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33B3A3-A075-4FE1-879E-2C1B93631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94D4EDA-573F-4907-B155-3A62D123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C9E-97A2-446A-A0DC-BEEC198CB7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ADABE6E-801A-498D-805C-F250F314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29F825-406E-41A6-A0AC-F5850B655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E577-14B4-412D-AD16-B7D2B0DB0A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3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DC0CE-BECE-4366-838C-CA6FDBE0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797666-C9B9-4E2C-B707-7932CD0A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C9E-97A2-446A-A0DC-BEEC198CB7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3BF70E-DC4B-48B9-B3F9-431A9656E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5916765-6ED1-4D06-B8B2-57F2A3E2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E577-14B4-412D-AD16-B7D2B0DB0A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6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F4ED725-AAFD-467A-B85F-26C321D47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C9E-97A2-446A-A0DC-BEEC198CB7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8B08229-E3B4-4B99-AA37-220AA9106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E7818D-9AA4-45DA-8B84-5F4FD7D3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E577-14B4-412D-AD16-B7D2B0DB0A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8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CCBFA-D7C2-4DB5-B8F0-105ED390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F45A02-EB55-4129-A140-34750413C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0781F5-E6DD-4CF6-8352-159784FA2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B1B3BF-FD01-4FB4-BEB2-762C68A7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C9E-97A2-446A-A0DC-BEEC198CB7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9CEF50-1820-4EBD-9018-DD0D3F15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8C5107-22E7-42A6-B23D-20FB06906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E577-14B4-412D-AD16-B7D2B0DB0A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0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C43CF-9DD8-40F8-A886-021EBB72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4882DC9-2974-4D87-A30B-BD1AD24E2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A7915E-FCB8-4E12-A2F4-51FEA3742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CFF755-2623-429B-B3AE-160DA358F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C9E-97A2-446A-A0DC-BEEC198CB7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A631E0-9C53-4AEB-AA9E-77A9442F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99D5CB-F99C-4709-B8F7-C8CB2E69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E577-14B4-412D-AD16-B7D2B0DB0A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1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AC83D-33FB-49B2-ACAF-085531C2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754AF5-05AC-47FD-B6F2-4DC5A9638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78FAF7-982A-4728-B219-EACA6BECA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C9E-97A2-446A-A0DC-BEEC198CB7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B82AAA-A383-4892-9BBD-DC684280F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133C7B-5E2A-4585-8DF2-597C9899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E577-14B4-412D-AD16-B7D2B0DB0A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06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FD24B7-4244-41E7-94F5-D56032A5B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A3BD67-0C40-4512-BCE0-CEB9CD1C1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AEA036-E835-4133-ACFF-E4BD65D23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C9E-97A2-446A-A0DC-BEEC198CB7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7B7231-7F8C-4BB0-93E6-AB270D9B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8CE84D-1249-40A0-ADFC-62A018C1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E577-14B4-412D-AD16-B7D2B0DB0A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86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3B17FFA-5C87-49DF-BB5A-3F4F6E9FF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860C9E-13BD-4D47-9D43-FED28C138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276A8E-BD58-4AD4-AD65-C7A309020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31C9E-97A2-446A-A0DC-BEEC198CB7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35CA4B-A744-41CF-A30D-8A5E58B88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E763A8-F757-4AE5-B32A-1611CCF46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7E577-14B4-412D-AD16-B7D2B0DB0A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7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aixaDeTexto 96">
            <a:extLst>
              <a:ext uri="{FF2B5EF4-FFF2-40B4-BE49-F238E27FC236}">
                <a16:creationId xmlns:a16="http://schemas.microsoft.com/office/drawing/2014/main" id="{EA67A258-0449-41A2-A81A-DEAC857D851E}"/>
              </a:ext>
            </a:extLst>
          </p:cNvPr>
          <p:cNvSpPr txBox="1"/>
          <p:nvPr/>
        </p:nvSpPr>
        <p:spPr>
          <a:xfrm>
            <a:off x="3631701" y="2492425"/>
            <a:ext cx="4928593" cy="47705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pt-BR" sz="2500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ESTADOS LÓGICOS – PARA-CONTROL</a:t>
            </a:r>
            <a:endParaRPr lang="en-US" sz="2500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3" name="Triângulo Retângulo 112">
            <a:extLst>
              <a:ext uri="{FF2B5EF4-FFF2-40B4-BE49-F238E27FC236}">
                <a16:creationId xmlns:a16="http://schemas.microsoft.com/office/drawing/2014/main" id="{43A31285-317C-4510-A2D7-57A62998BC1E}"/>
              </a:ext>
            </a:extLst>
          </p:cNvPr>
          <p:cNvSpPr/>
          <p:nvPr/>
        </p:nvSpPr>
        <p:spPr>
          <a:xfrm rot="16200000">
            <a:off x="11485496" y="6151495"/>
            <a:ext cx="751577" cy="661432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riângulo Retângulo 113">
            <a:extLst>
              <a:ext uri="{FF2B5EF4-FFF2-40B4-BE49-F238E27FC236}">
                <a16:creationId xmlns:a16="http://schemas.microsoft.com/office/drawing/2014/main" id="{EDADF747-5AAD-4583-B0E0-AB3D80D1BFBE}"/>
              </a:ext>
            </a:extLst>
          </p:cNvPr>
          <p:cNvSpPr/>
          <p:nvPr/>
        </p:nvSpPr>
        <p:spPr>
          <a:xfrm rot="5400000">
            <a:off x="-45073" y="25329"/>
            <a:ext cx="751577" cy="661432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DF3919BD-A090-4002-86F9-519A2E20AF5E}"/>
              </a:ext>
            </a:extLst>
          </p:cNvPr>
          <p:cNvSpPr txBox="1"/>
          <p:nvPr/>
        </p:nvSpPr>
        <p:spPr>
          <a:xfrm>
            <a:off x="4913912" y="5060564"/>
            <a:ext cx="2364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Hyghor Miranda Côrtes</a:t>
            </a:r>
            <a:endParaRPr lang="en-US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91BF2FF-E681-8C4A-3B20-FD04DF192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" y="6223738"/>
            <a:ext cx="2156546" cy="51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67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aixaDeTexto 96">
            <a:extLst>
              <a:ext uri="{FF2B5EF4-FFF2-40B4-BE49-F238E27FC236}">
                <a16:creationId xmlns:a16="http://schemas.microsoft.com/office/drawing/2014/main" id="{EA67A258-0449-41A2-A81A-DEAC857D851E}"/>
              </a:ext>
            </a:extLst>
          </p:cNvPr>
          <p:cNvSpPr txBox="1"/>
          <p:nvPr/>
        </p:nvSpPr>
        <p:spPr>
          <a:xfrm>
            <a:off x="1555958" y="171379"/>
            <a:ext cx="1260025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EXEMPLO 1</a:t>
            </a:r>
            <a:endParaRPr lang="en-US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914C2FB6-EC23-432F-B894-16D14FB4FDDA}"/>
              </a:ext>
            </a:extLst>
          </p:cNvPr>
          <p:cNvSpPr txBox="1"/>
          <p:nvPr/>
        </p:nvSpPr>
        <p:spPr>
          <a:xfrm>
            <a:off x="1555958" y="547168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Estado Lógico: Verdadeiro </a:t>
            </a:r>
            <a:endParaRPr lang="en-US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BDC9CC3-E6B4-63DB-B6D8-07C922811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33"/>
          <a:stretch>
            <a:fillRect/>
          </a:stretch>
        </p:blipFill>
        <p:spPr>
          <a:xfrm>
            <a:off x="1461605" y="962346"/>
            <a:ext cx="6098016" cy="5348486"/>
          </a:xfrm>
          <a:prstGeom prst="rect">
            <a:avLst/>
          </a:prstGeom>
        </p:spPr>
      </p:pic>
      <p:sp>
        <p:nvSpPr>
          <p:cNvPr id="5" name="Triângulo Retângulo 4">
            <a:extLst>
              <a:ext uri="{FF2B5EF4-FFF2-40B4-BE49-F238E27FC236}">
                <a16:creationId xmlns:a16="http://schemas.microsoft.com/office/drawing/2014/main" id="{38A1F893-580C-4536-1FE6-40EF3166B1C7}"/>
              </a:ext>
            </a:extLst>
          </p:cNvPr>
          <p:cNvSpPr/>
          <p:nvPr/>
        </p:nvSpPr>
        <p:spPr>
          <a:xfrm rot="16200000">
            <a:off x="11485496" y="6151495"/>
            <a:ext cx="751577" cy="661432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07BE3F0E-147B-0DB3-ECA0-27FCB7C815A1}"/>
              </a:ext>
            </a:extLst>
          </p:cNvPr>
          <p:cNvSpPr/>
          <p:nvPr/>
        </p:nvSpPr>
        <p:spPr>
          <a:xfrm rot="5400000">
            <a:off x="-45073" y="25329"/>
            <a:ext cx="751577" cy="661432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368F81E-3886-C2D3-9E98-87DB59BB7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" y="6223738"/>
            <a:ext cx="2156546" cy="51694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F801A30-4332-C08B-36E4-F18F61B39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855" y="785465"/>
            <a:ext cx="3610479" cy="5696745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E72CDF88-2C25-CF5F-38A1-95F571D8FAE1}"/>
              </a:ext>
            </a:extLst>
          </p:cNvPr>
          <p:cNvSpPr/>
          <p:nvPr/>
        </p:nvSpPr>
        <p:spPr>
          <a:xfrm>
            <a:off x="7961586" y="1781503"/>
            <a:ext cx="3137338" cy="362607"/>
          </a:xfrm>
          <a:prstGeom prst="rect">
            <a:avLst/>
          </a:prstGeom>
          <a:solidFill>
            <a:srgbClr val="E7E6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5EF39BB-ED31-8DC3-848F-46C5D8D5C4B9}"/>
              </a:ext>
            </a:extLst>
          </p:cNvPr>
          <p:cNvSpPr/>
          <p:nvPr/>
        </p:nvSpPr>
        <p:spPr>
          <a:xfrm>
            <a:off x="3657600" y="3021204"/>
            <a:ext cx="523875" cy="276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1,0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FCEBA69-018C-F81E-7275-46B7F667398A}"/>
              </a:ext>
            </a:extLst>
          </p:cNvPr>
          <p:cNvSpPr/>
          <p:nvPr/>
        </p:nvSpPr>
        <p:spPr>
          <a:xfrm>
            <a:off x="3657600" y="4754754"/>
            <a:ext cx="523875" cy="276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0,0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2C7ED0-AAD3-AC31-5753-97717EFB7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822" y="1554388"/>
            <a:ext cx="3038530" cy="427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7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7225E-45B4-5EFF-4535-74013EA8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aixaDeTexto 96">
            <a:extLst>
              <a:ext uri="{FF2B5EF4-FFF2-40B4-BE49-F238E27FC236}">
                <a16:creationId xmlns:a16="http://schemas.microsoft.com/office/drawing/2014/main" id="{802A32DF-5E13-F367-6E38-E6ABEFAE6607}"/>
              </a:ext>
            </a:extLst>
          </p:cNvPr>
          <p:cNvSpPr txBox="1"/>
          <p:nvPr/>
        </p:nvSpPr>
        <p:spPr>
          <a:xfrm>
            <a:off x="1555958" y="171379"/>
            <a:ext cx="1260025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EXEMPLO 2</a:t>
            </a:r>
            <a:endParaRPr lang="en-US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4CDE410C-0886-E3AA-C6A4-9C04FBC4B1E7}"/>
              </a:ext>
            </a:extLst>
          </p:cNvPr>
          <p:cNvSpPr txBox="1"/>
          <p:nvPr/>
        </p:nvSpPr>
        <p:spPr>
          <a:xfrm>
            <a:off x="1555958" y="547168"/>
            <a:ext cx="2449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Estado Lógico: Falso </a:t>
            </a:r>
            <a:endParaRPr lang="en-US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BCB2750-237D-CB94-F8CD-F1E2875F5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33"/>
          <a:stretch>
            <a:fillRect/>
          </a:stretch>
        </p:blipFill>
        <p:spPr>
          <a:xfrm>
            <a:off x="1403138" y="962346"/>
            <a:ext cx="6098016" cy="5348486"/>
          </a:xfrm>
          <a:prstGeom prst="rect">
            <a:avLst/>
          </a:prstGeom>
        </p:spPr>
      </p:pic>
      <p:sp>
        <p:nvSpPr>
          <p:cNvPr id="5" name="Triângulo Retângulo 4">
            <a:extLst>
              <a:ext uri="{FF2B5EF4-FFF2-40B4-BE49-F238E27FC236}">
                <a16:creationId xmlns:a16="http://schemas.microsoft.com/office/drawing/2014/main" id="{28ECCD4F-1385-58B7-37DC-376667C915F4}"/>
              </a:ext>
            </a:extLst>
          </p:cNvPr>
          <p:cNvSpPr/>
          <p:nvPr/>
        </p:nvSpPr>
        <p:spPr>
          <a:xfrm rot="16200000">
            <a:off x="11485496" y="6151495"/>
            <a:ext cx="751577" cy="661432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A80FA376-0AAA-7CEA-12CA-0D0E5A7C9D3B}"/>
              </a:ext>
            </a:extLst>
          </p:cNvPr>
          <p:cNvSpPr/>
          <p:nvPr/>
        </p:nvSpPr>
        <p:spPr>
          <a:xfrm rot="5400000">
            <a:off x="-45073" y="25329"/>
            <a:ext cx="751577" cy="661432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942655B-1475-E5FC-DF2A-614A52E48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" y="6223738"/>
            <a:ext cx="2156546" cy="51694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3AE7110-2072-0CE8-1E0E-187963CC0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855" y="785465"/>
            <a:ext cx="3610479" cy="5696745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3EC53E86-9AB2-8EA3-3329-CFECB3D6BAF7}"/>
              </a:ext>
            </a:extLst>
          </p:cNvPr>
          <p:cNvSpPr/>
          <p:nvPr/>
        </p:nvSpPr>
        <p:spPr>
          <a:xfrm>
            <a:off x="7976425" y="2081048"/>
            <a:ext cx="3137338" cy="362607"/>
          </a:xfrm>
          <a:prstGeom prst="rect">
            <a:avLst/>
          </a:prstGeom>
          <a:solidFill>
            <a:srgbClr val="E7E6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1C09F66-F56C-223F-4937-A6FBD4386D3E}"/>
              </a:ext>
            </a:extLst>
          </p:cNvPr>
          <p:cNvSpPr/>
          <p:nvPr/>
        </p:nvSpPr>
        <p:spPr>
          <a:xfrm>
            <a:off x="3610302" y="3021204"/>
            <a:ext cx="523875" cy="276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0,0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5FC47DA-211E-FEFF-27B4-29106493FA8D}"/>
              </a:ext>
            </a:extLst>
          </p:cNvPr>
          <p:cNvSpPr/>
          <p:nvPr/>
        </p:nvSpPr>
        <p:spPr>
          <a:xfrm>
            <a:off x="3610302" y="4754754"/>
            <a:ext cx="523875" cy="276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1,0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7F5AC3E-6E08-6A5A-28C2-AF3580FCC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758" y="1554388"/>
            <a:ext cx="3038530" cy="427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57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14AF3-EE19-3F1B-0B76-44CBCE2B3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aixaDeTexto 96">
            <a:extLst>
              <a:ext uri="{FF2B5EF4-FFF2-40B4-BE49-F238E27FC236}">
                <a16:creationId xmlns:a16="http://schemas.microsoft.com/office/drawing/2014/main" id="{8BE57C6A-58F3-BDF9-C765-5FD6BBCAF106}"/>
              </a:ext>
            </a:extLst>
          </p:cNvPr>
          <p:cNvSpPr txBox="1"/>
          <p:nvPr/>
        </p:nvSpPr>
        <p:spPr>
          <a:xfrm>
            <a:off x="1555958" y="171379"/>
            <a:ext cx="1260025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EXEMPLO 3</a:t>
            </a:r>
            <a:endParaRPr lang="en-US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EB88141E-1DB9-55AD-A1AD-37AAB44DE4B5}"/>
              </a:ext>
            </a:extLst>
          </p:cNvPr>
          <p:cNvSpPr txBox="1"/>
          <p:nvPr/>
        </p:nvSpPr>
        <p:spPr>
          <a:xfrm>
            <a:off x="1555958" y="547168"/>
            <a:ext cx="602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Estado Lógico: Quase-verdadeiro tendendo a inconsistente </a:t>
            </a:r>
            <a:endParaRPr lang="en-US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11066D2-6BF4-2CF2-CA9F-87510F52D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33"/>
          <a:stretch>
            <a:fillRect/>
          </a:stretch>
        </p:blipFill>
        <p:spPr>
          <a:xfrm>
            <a:off x="1403138" y="962346"/>
            <a:ext cx="6098016" cy="5348486"/>
          </a:xfrm>
          <a:prstGeom prst="rect">
            <a:avLst/>
          </a:prstGeom>
        </p:spPr>
      </p:pic>
      <p:sp>
        <p:nvSpPr>
          <p:cNvPr id="5" name="Triângulo Retângulo 4">
            <a:extLst>
              <a:ext uri="{FF2B5EF4-FFF2-40B4-BE49-F238E27FC236}">
                <a16:creationId xmlns:a16="http://schemas.microsoft.com/office/drawing/2014/main" id="{AF8F128B-4632-8226-44F9-E454FD21B76A}"/>
              </a:ext>
            </a:extLst>
          </p:cNvPr>
          <p:cNvSpPr/>
          <p:nvPr/>
        </p:nvSpPr>
        <p:spPr>
          <a:xfrm rot="16200000">
            <a:off x="11485496" y="6151495"/>
            <a:ext cx="751577" cy="661432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4EF93593-AEBF-3477-8CCA-2469F6AA4988}"/>
              </a:ext>
            </a:extLst>
          </p:cNvPr>
          <p:cNvSpPr/>
          <p:nvPr/>
        </p:nvSpPr>
        <p:spPr>
          <a:xfrm rot="5400000">
            <a:off x="-45073" y="25329"/>
            <a:ext cx="751577" cy="661432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A653AF5-72B7-3031-EC8F-965887631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" y="6223738"/>
            <a:ext cx="2156546" cy="51694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A6E7E9A-87E0-2537-CDEB-19818D554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855" y="785465"/>
            <a:ext cx="3610479" cy="5696745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6C9D8E8A-D6D6-CB13-FA5E-5AD8E3C36DF6}"/>
              </a:ext>
            </a:extLst>
          </p:cNvPr>
          <p:cNvSpPr/>
          <p:nvPr/>
        </p:nvSpPr>
        <p:spPr>
          <a:xfrm>
            <a:off x="7897595" y="3633837"/>
            <a:ext cx="3240000" cy="362607"/>
          </a:xfrm>
          <a:prstGeom prst="rect">
            <a:avLst/>
          </a:prstGeom>
          <a:solidFill>
            <a:srgbClr val="E7E6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A945C6D-6449-F627-0183-EE43884D3BD1}"/>
              </a:ext>
            </a:extLst>
          </p:cNvPr>
          <p:cNvSpPr/>
          <p:nvPr/>
        </p:nvSpPr>
        <p:spPr>
          <a:xfrm>
            <a:off x="3626068" y="3021204"/>
            <a:ext cx="523875" cy="276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0,8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3D25E41-5E87-3467-0D80-306CF5BE64C2}"/>
              </a:ext>
            </a:extLst>
          </p:cNvPr>
          <p:cNvSpPr/>
          <p:nvPr/>
        </p:nvSpPr>
        <p:spPr>
          <a:xfrm>
            <a:off x="3626068" y="4754754"/>
            <a:ext cx="523875" cy="276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0,3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D7E6C0E-0338-F2C8-CA4A-EBF204A78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524" y="1554388"/>
            <a:ext cx="3038530" cy="427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29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12750-993F-8182-08ED-68E9A139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aixaDeTexto 96">
            <a:extLst>
              <a:ext uri="{FF2B5EF4-FFF2-40B4-BE49-F238E27FC236}">
                <a16:creationId xmlns:a16="http://schemas.microsoft.com/office/drawing/2014/main" id="{77E4FF15-0193-8933-F334-BDE2A4BD25B0}"/>
              </a:ext>
            </a:extLst>
          </p:cNvPr>
          <p:cNvSpPr txBox="1"/>
          <p:nvPr/>
        </p:nvSpPr>
        <p:spPr>
          <a:xfrm>
            <a:off x="1555958" y="171379"/>
            <a:ext cx="202292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EXEMPLO – TODOS</a:t>
            </a:r>
            <a:endParaRPr lang="en-US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D86C4A6C-BA43-EAD0-C395-3CBC3B22A5BB}"/>
              </a:ext>
            </a:extLst>
          </p:cNvPr>
          <p:cNvSpPr txBox="1"/>
          <p:nvPr/>
        </p:nvSpPr>
        <p:spPr>
          <a:xfrm>
            <a:off x="1555958" y="547168"/>
            <a:ext cx="419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Tabela com todos os 12 estados lógicos</a:t>
            </a:r>
            <a:endParaRPr lang="en-US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3257E0-FD6A-0F9D-36F6-5258A13A4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" y="6223738"/>
            <a:ext cx="2156546" cy="516945"/>
          </a:xfrm>
          <a:prstGeom prst="rect">
            <a:avLst/>
          </a:prstGeom>
        </p:spPr>
      </p:pic>
      <p:sp>
        <p:nvSpPr>
          <p:cNvPr id="5" name="Triângulo Retângulo 4">
            <a:extLst>
              <a:ext uri="{FF2B5EF4-FFF2-40B4-BE49-F238E27FC236}">
                <a16:creationId xmlns:a16="http://schemas.microsoft.com/office/drawing/2014/main" id="{C4E9B589-9565-4E2E-15F2-68FC30CD73AB}"/>
              </a:ext>
            </a:extLst>
          </p:cNvPr>
          <p:cNvSpPr/>
          <p:nvPr/>
        </p:nvSpPr>
        <p:spPr>
          <a:xfrm rot="16200000">
            <a:off x="11485496" y="6151495"/>
            <a:ext cx="751577" cy="661432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ângulo Retângulo 5">
            <a:extLst>
              <a:ext uri="{FF2B5EF4-FFF2-40B4-BE49-F238E27FC236}">
                <a16:creationId xmlns:a16="http://schemas.microsoft.com/office/drawing/2014/main" id="{1488D6C2-54F7-2F46-832F-AE2AED98C0EE}"/>
              </a:ext>
            </a:extLst>
          </p:cNvPr>
          <p:cNvSpPr/>
          <p:nvPr/>
        </p:nvSpPr>
        <p:spPr>
          <a:xfrm rot="5400000">
            <a:off x="-45073" y="25329"/>
            <a:ext cx="751577" cy="661432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DA89074-9DA1-E0C3-9A21-B4B7D5E2C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720" y="1034655"/>
            <a:ext cx="7594559" cy="537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521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44</Words>
  <Application>Microsoft Office PowerPoint</Application>
  <PresentationFormat>Widescreen</PresentationFormat>
  <Paragraphs>16</Paragraphs>
  <Slides>5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Hyghor Miranda Cortes</dc:creator>
  <cp:lastModifiedBy>Hyghor Miranda Cortes</cp:lastModifiedBy>
  <cp:revision>67</cp:revision>
  <dcterms:created xsi:type="dcterms:W3CDTF">2021-09-14T16:43:50Z</dcterms:created>
  <dcterms:modified xsi:type="dcterms:W3CDTF">2026-05-09T23:39:45Z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811530c-902c-4b75-8616-d6c82cd1332a_Enabled">
    <vt:lpwstr>true</vt:lpwstr>
  </property>
  <property fmtid="{D5CDD505-2E9C-101B-9397-08002B2CF9AE}" pid="3" name="MSIP_Label_9811530c-902c-4b75-8616-d6c82cd1332a_SetDate">
    <vt:lpwstr>2021-09-14T16:43:53Z</vt:lpwstr>
  </property>
  <property fmtid="{D5CDD505-2E9C-101B-9397-08002B2CF9AE}" pid="4" name="MSIP_Label_9811530c-902c-4b75-8616-d6c82cd1332a_Method">
    <vt:lpwstr>Standard</vt:lpwstr>
  </property>
  <property fmtid="{D5CDD505-2E9C-101B-9397-08002B2CF9AE}" pid="5" name="MSIP_Label_9811530c-902c-4b75-8616-d6c82cd1332a_Name">
    <vt:lpwstr>9811530c-902c-4b75-8616-d6c82cd1332a</vt:lpwstr>
  </property>
  <property fmtid="{D5CDD505-2E9C-101B-9397-08002B2CF9AE}" pid="6" name="MSIP_Label_9811530c-902c-4b75-8616-d6c82cd1332a_SiteId">
    <vt:lpwstr>bf86fbdb-f8c2-440e-923c-05a60dc2bc9b</vt:lpwstr>
  </property>
  <property fmtid="{D5CDD505-2E9C-101B-9397-08002B2CF9AE}" pid="7" name="MSIP_Label_9811530c-902c-4b75-8616-d6c82cd1332a_ActionId">
    <vt:lpwstr>e9f3ecb8-ca05-4f20-84a8-02d80fcacb9e</vt:lpwstr>
  </property>
  <property fmtid="{D5CDD505-2E9C-101B-9397-08002B2CF9AE}" pid="8" name="MSIP_Label_9811530c-902c-4b75-8616-d6c82cd1332a_ContentBits">
    <vt:lpwstr>0</vt:lpwstr>
  </property>
</Properties>
</file>